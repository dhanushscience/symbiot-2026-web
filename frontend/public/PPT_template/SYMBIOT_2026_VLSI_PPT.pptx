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 varScale="1">
        <p:scale>
          <a:sx n="74" d="100"/>
          <a:sy n="74" d="100"/>
        </p:scale>
        <p:origin x="4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399921" y="4952541"/>
            <a:ext cx="1367477" cy="1800200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1" y="307627"/>
            <a:ext cx="533693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ARCHITECTURE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5091536" y="829915"/>
            <a:ext cx="12320164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79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Implementation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VLSI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hardware-level problem are you addressing? (power, latency, area, memory bottleneck)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 does this problem occur? (scaling limits, architecture inefficiencies)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is affected? (designers, industries, end users)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are the limitations of existing solutions? (DVFS, multi-core, accelerators)</a:t>
            </a:r>
          </a:p>
          <a:p>
            <a:pPr marL="289679" lvl="1" algn="l">
              <a:lnSpc>
                <a:spcPts val="3381"/>
              </a:lnSpc>
            </a:pPr>
            <a:endParaRPr lang="en-US" sz="2400" b="1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Processor ↔ Memory bottleneck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Graph showing power vs performance or scaling trend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6054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High-level overview of your proposed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Key components (ALU, memory, control, etc.)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Workflow: Input → Processing → Output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Technologies used (RTL, FPGA, tools)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 block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9B485AA-F840-1412-07B4-5A97A380491D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Implementation method (FPGA / simulation)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Metrics: power, delay, area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Testing approach (testbench, validation)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Simulation waveform / FPGA setup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5640C2C-8EF9-840E-6C2A-9DBB9CC9FC88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4ED1A53-679E-B679-2CC8-66C7A62718AD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SYMBIOT_2026_EMBD_PPT</Template>
  <TotalTime>51</TotalTime>
  <Words>312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Montserrat Classic</vt:lpstr>
      <vt:lpstr>Montserrat Bold</vt:lpstr>
      <vt:lpstr>Arial</vt:lpstr>
      <vt:lpstr>Montserrat</vt:lpstr>
      <vt:lpstr>Calibri</vt:lpstr>
      <vt:lpstr>Vampire Wars</vt:lpstr>
      <vt:lpstr>Dekko</vt:lpstr>
      <vt:lpstr>Canva Sans Bold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s</dc:creator>
  <cp:lastModifiedBy>dhanush s</cp:lastModifiedBy>
  <cp:revision>2</cp:revision>
  <dcterms:created xsi:type="dcterms:W3CDTF">2026-04-01T04:29:34Z</dcterms:created>
  <dcterms:modified xsi:type="dcterms:W3CDTF">2026-04-01T05:26:42Z</dcterms:modified>
  <dc:identifier>DAHC6-eptYE</dc:identifier>
</cp:coreProperties>
</file>